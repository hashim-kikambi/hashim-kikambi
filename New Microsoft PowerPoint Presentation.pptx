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90" d="100"/>
          <a:sy n="190" d="100"/>
        </p:scale>
        <p:origin x="-5082" y="-2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73E55-A252-4566-BDD6-E1C45C5B2B60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08A5-00F8-4254-8856-2EF09CBE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13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73E55-A252-4566-BDD6-E1C45C5B2B60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08A5-00F8-4254-8856-2EF09CBE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098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73E55-A252-4566-BDD6-E1C45C5B2B60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08A5-00F8-4254-8856-2EF09CBE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06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73E55-A252-4566-BDD6-E1C45C5B2B60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08A5-00F8-4254-8856-2EF09CBE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565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73E55-A252-4566-BDD6-E1C45C5B2B60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08A5-00F8-4254-8856-2EF09CBE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21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73E55-A252-4566-BDD6-E1C45C5B2B60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08A5-00F8-4254-8856-2EF09CBE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63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73E55-A252-4566-BDD6-E1C45C5B2B60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08A5-00F8-4254-8856-2EF09CBE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210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73E55-A252-4566-BDD6-E1C45C5B2B60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08A5-00F8-4254-8856-2EF09CBE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083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73E55-A252-4566-BDD6-E1C45C5B2B60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08A5-00F8-4254-8856-2EF09CBE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570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73E55-A252-4566-BDD6-E1C45C5B2B60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08A5-00F8-4254-8856-2EF09CBE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22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73E55-A252-4566-BDD6-E1C45C5B2B60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08A5-00F8-4254-8856-2EF09CBE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347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73E55-A252-4566-BDD6-E1C45C5B2B60}" type="datetimeFigureOut">
              <a:rPr lang="en-US" smtClean="0"/>
              <a:t>12/15/2019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208A5-00F8-4254-8856-2EF09CBE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748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013" y="2893140"/>
            <a:ext cx="243861" cy="469433"/>
          </a:xfrm>
          <a:prstGeom prst="rect">
            <a:avLst/>
          </a:prstGeom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562" y="1108699"/>
            <a:ext cx="506012" cy="432854"/>
          </a:xfrm>
          <a:prstGeom prst="rect">
            <a:avLst/>
          </a:prstGeom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231" y="2893140"/>
            <a:ext cx="432854" cy="414564"/>
          </a:xfrm>
          <a:prstGeom prst="rect">
            <a:avLst/>
          </a:prstGeom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419" y="3836944"/>
            <a:ext cx="445047" cy="359695"/>
          </a:xfrm>
          <a:prstGeom prst="rect">
            <a:avLst/>
          </a:prstGeom>
          <a:ln>
            <a:noFill/>
          </a:ln>
        </p:spPr>
      </p:pic>
      <p:grpSp>
        <p:nvGrpSpPr>
          <p:cNvPr id="10" name="Group 9"/>
          <p:cNvGrpSpPr/>
          <p:nvPr/>
        </p:nvGrpSpPr>
        <p:grpSpPr>
          <a:xfrm>
            <a:off x="6221720" y="2964659"/>
            <a:ext cx="343046" cy="343046"/>
            <a:chOff x="7030387" y="3362573"/>
            <a:chExt cx="479685" cy="479685"/>
          </a:xfrm>
          <a:noFill/>
        </p:grpSpPr>
        <p:sp>
          <p:nvSpPr>
            <p:cNvPr id="4" name="Rounded Rectangle 3"/>
            <p:cNvSpPr/>
            <p:nvPr/>
          </p:nvSpPr>
          <p:spPr>
            <a:xfrm>
              <a:off x="7030387" y="3362573"/>
              <a:ext cx="479685" cy="479685"/>
            </a:xfrm>
            <a:prstGeom prst="roundRect">
              <a:avLst/>
            </a:prstGeom>
            <a:grp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Connector 5"/>
            <p:cNvSpPr/>
            <p:nvPr/>
          </p:nvSpPr>
          <p:spPr>
            <a:xfrm>
              <a:off x="7120328" y="3485594"/>
              <a:ext cx="299265" cy="299265"/>
            </a:xfrm>
            <a:prstGeom prst="flowChartConnector">
              <a:avLst/>
            </a:prstGeom>
            <a:grp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7375931" y="3425624"/>
              <a:ext cx="63929" cy="63929"/>
            </a:xfrm>
            <a:prstGeom prst="flowChartConnector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8353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4790" y="2832543"/>
            <a:ext cx="243861" cy="46943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754" y="2911429"/>
            <a:ext cx="371888" cy="37798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935" y="2859977"/>
            <a:ext cx="432854" cy="4145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026" y="2887411"/>
            <a:ext cx="445047" cy="35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84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KING</dc:creator>
  <cp:lastModifiedBy>KING</cp:lastModifiedBy>
  <cp:revision>5</cp:revision>
  <dcterms:created xsi:type="dcterms:W3CDTF">2019-12-14T13:42:45Z</dcterms:created>
  <dcterms:modified xsi:type="dcterms:W3CDTF">2019-12-15T08:50:15Z</dcterms:modified>
</cp:coreProperties>
</file>